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0" r:id="rId1"/>
  </p:sldMasterIdLst>
  <p:sldIdLst>
    <p:sldId id="256" r:id="rId2"/>
    <p:sldId id="258" r:id="rId3"/>
    <p:sldId id="259" r:id="rId4"/>
    <p:sldId id="265" r:id="rId5"/>
    <p:sldId id="267" r:id="rId6"/>
    <p:sldId id="270" r:id="rId7"/>
    <p:sldId id="268" r:id="rId8"/>
    <p:sldId id="269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FBAFC3-371B-07E5-5692-24D3A8D73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D10B3A-9170-7B90-A7C3-AFD458C09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16F1FD-3881-F4E8-57E9-8599DB7FA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7F9CC2-4B77-FE0E-C206-F3441174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0ED0F9-753B-BA9F-FF84-50A9B296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349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121AD-8422-4C57-F988-6E13A05D8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DD7967-3050-80E6-75A0-EB6715AE8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9EB63E-0401-57F5-7FE8-966BD6E95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739FB9-05D6-E983-2335-DDBACEECA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1E0A5C-7EBE-C4CC-93F5-E4371BD66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355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93BCF7-3A77-CE31-780E-1A4E59CF6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82F3D4-43B5-F3F6-F1DD-A2F8A858C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85E3C8-51B8-55B7-4935-5DB1E7B85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1DD37D-F244-358E-E0E9-4A526B23C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47601A-E3D8-019E-03D7-D9D30C7F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805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A112A4-6D21-F21C-886E-BCFD6817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1CEADA-78E6-F56B-8C8E-DF14BE3C91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8717E1-7D3F-C7EE-DB0C-08910BD5F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12D07E-B7D5-149A-CED8-19EE6EFD0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30913A-B187-EF3A-CB4B-6CBCD77CB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ECE96F-730A-5945-3A7F-7051F881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483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83B56D-AADD-8070-90B9-24EA2E2F2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F4BAFC-ACA5-B7E5-1B2A-C16007B74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55B36C-2FB3-4A88-059F-0426E9A8B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FE03179-3B29-2294-104C-A7F76F2EA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8FBA6A-AEDC-42F0-E401-CBB660FD3F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0B8A89-9965-341E-01C2-214F16CE7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17E1DE-75F6-8D41-5945-FC0B535A3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21266E-423E-BFBD-89D1-1B4612A9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362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4F2CC3-FDD0-C07A-1EB0-2743B9AF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9A9392-CE91-0331-3E81-E447D1ABF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560782-5277-0062-F8BF-D71B7E63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FEF7FD-7C75-F903-0065-8F9FCBA68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22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EA0B23E-D8FF-13B7-5239-A7111F03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CC7666F-3E0F-3820-9729-1060C9278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61D942-82CA-7EB0-E730-DB851011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848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402CF4-76F3-DF25-559B-D7362B029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416B36-6B49-CF75-9125-1BBF06943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532898-A5C1-6CAB-61EE-A1969923C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4D48A3-C111-5297-37A5-FA8ACF34A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828B0F-70C9-2F69-C951-0311DC08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BA00B0-5799-95B4-A983-319C9B3DE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122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43964E-FF85-7DA0-8FCB-5F15BA042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E7BFB4-2F58-661F-A5DE-2291966FE3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6F4C3B-A363-6BF9-C7D7-BA0793079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5622DC-73E1-1483-E770-D20541772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552F98-644B-4A0A-86D2-E5109A00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9C121D-476B-271D-0527-6CA348D2E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502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94FC7-9283-A249-F5CA-DCE1A561C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8D42DE-0452-480A-C5A7-EE0AE0073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21AC94-8D2A-4562-035E-058B0A5F9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29172A-3DED-5F7D-1401-4CBA29082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2FFF94-6BFE-7A16-8584-3E82A008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344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FE53970-5B5A-5E8E-87BA-01A6CA7371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B2DEA8-0A7B-1367-DA97-A97E74355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7D9CE1-591D-48A9-13B3-BC7800C0E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0836CD-A663-F4FD-F82F-EC060548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545583-51FE-310B-0133-599DB7C60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461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C5040ED-AA07-6FAC-9828-C2CE04A50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5F3067-366B-F055-3068-1056175EF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DDBC01-4242-6823-E617-3F42B409FB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90357-0BD5-4997-8941-6342330301AF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867569-85C4-3436-830A-56F10D875B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23453A-2AB3-10B2-57E7-8CD38B2B1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120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DD192-3117-35BA-D714-74625B10E7D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000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000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000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2000" dirty="0"/>
              <a:t>기획력 </a:t>
            </a:r>
            <a:r>
              <a:rPr lang="en-US" altLang="ko-KR" sz="2000" dirty="0"/>
              <a:t>+ </a:t>
            </a:r>
            <a:r>
              <a:rPr lang="ko-KR" altLang="en-US" sz="2000" dirty="0"/>
              <a:t>실무 감각 </a:t>
            </a:r>
            <a:r>
              <a:rPr lang="en-US" altLang="ko-KR" sz="2000" dirty="0"/>
              <a:t>+ </a:t>
            </a:r>
            <a:r>
              <a:rPr lang="ko-KR" altLang="en-US" sz="2000" dirty="0" err="1"/>
              <a:t>협업력</a:t>
            </a:r>
            <a:r>
              <a:rPr lang="ko-KR" altLang="en-US" sz="2000" dirty="0"/>
              <a:t> 성장 프로젝트</a:t>
            </a:r>
            <a:endParaRPr lang="en-US" altLang="ko-KR" sz="2000" b="1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6000" b="1" dirty="0"/>
              <a:t>가상 용역 수주 프로젝트</a:t>
            </a:r>
            <a:endParaRPr lang="en-US" altLang="ko-KR" sz="6000" b="1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500" b="1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altLang="ko-KR" sz="2000" b="1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Team1</a:t>
            </a: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수원시 홈페이지 메인</a:t>
            </a:r>
            <a:endParaRPr lang="en-US" altLang="ko-KR" sz="2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3600" b="1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팀원 이수현</a:t>
            </a:r>
            <a:endParaRPr lang="en-US" altLang="ko-KR" sz="3600" b="1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2000" kern="0" dirty="0" err="1">
                <a:solidFill>
                  <a:srgbClr val="000000"/>
                </a:solidFill>
                <a:latin typeface="함초롬바탕" panose="02030604000101010101" pitchFamily="18" charset="-127"/>
              </a:rPr>
              <a:t>팀총괄</a:t>
            </a:r>
            <a:endParaRPr lang="en-US" altLang="ko-KR" sz="2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2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민원담당</a:t>
            </a:r>
            <a:endParaRPr lang="en-US" altLang="ko-KR" sz="2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26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3A2B40-3441-A537-C983-61D0333E4786}"/>
              </a:ext>
            </a:extLst>
          </p:cNvPr>
          <p:cNvSpPr txBox="1"/>
          <p:nvPr/>
        </p:nvSpPr>
        <p:spPr>
          <a:xfrm>
            <a:off x="592456" y="571500"/>
            <a:ext cx="8656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/>
              <a:t>민원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CBAB5A-65AD-4DD4-89FA-7FFF6C6BA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2007994"/>
            <a:ext cx="8582526" cy="4850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9CDB04-47B4-D379-B37C-CAF5890B6161}"/>
              </a:ext>
            </a:extLst>
          </p:cNvPr>
          <p:cNvSpPr txBox="1"/>
          <p:nvPr/>
        </p:nvSpPr>
        <p:spPr>
          <a:xfrm>
            <a:off x="592456" y="571500"/>
            <a:ext cx="86563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2. IA </a:t>
            </a:r>
            <a:r>
              <a:rPr lang="ko-KR" altLang="en-US" sz="3600" b="1" dirty="0"/>
              <a:t>구조</a:t>
            </a:r>
            <a:endParaRPr lang="en-US" altLang="ko-KR" sz="3600" dirty="0"/>
          </a:p>
          <a:p>
            <a:endParaRPr lang="en-US" altLang="ko-KR" sz="3600" dirty="0"/>
          </a:p>
          <a:p>
            <a:r>
              <a:rPr lang="ko-KR" altLang="en-US" sz="3600" dirty="0"/>
              <a:t>내용 입력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71BE963-E034-4850-86C7-9D9E00194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335" y="2648266"/>
            <a:ext cx="7679885" cy="6892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561F3-C025-4358-00A6-9D9274D7D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2C93A6-8F6D-9741-8300-155B336E38E2}"/>
              </a:ext>
            </a:extLst>
          </p:cNvPr>
          <p:cNvSpPr txBox="1"/>
          <p:nvPr/>
        </p:nvSpPr>
        <p:spPr>
          <a:xfrm>
            <a:off x="592456" y="571500"/>
            <a:ext cx="86563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3. UI/UX </a:t>
            </a:r>
            <a:r>
              <a:rPr lang="ko-KR" altLang="en-US" sz="3600" b="1" dirty="0"/>
              <a:t>설계</a:t>
            </a:r>
            <a:endParaRPr lang="en-US" altLang="ko-KR" sz="3600" dirty="0"/>
          </a:p>
          <a:p>
            <a:endParaRPr lang="en-US" altLang="ko-KR" sz="3600" dirty="0"/>
          </a:p>
          <a:p>
            <a:r>
              <a:rPr lang="ko-KR" altLang="en-US" sz="3600" dirty="0"/>
              <a:t>내용 입력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D39C823-12D5-40A1-B7E7-735649744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490" y="2965132"/>
            <a:ext cx="826770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778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5EBBE-77D6-48A6-4317-E16AF40DC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9C6562-39F8-32A1-D084-901208C4AD5C}"/>
              </a:ext>
            </a:extLst>
          </p:cNvPr>
          <p:cNvSpPr txBox="1"/>
          <p:nvPr/>
        </p:nvSpPr>
        <p:spPr>
          <a:xfrm>
            <a:off x="830161" y="603610"/>
            <a:ext cx="865631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4. </a:t>
            </a:r>
            <a:r>
              <a:rPr lang="ko-KR" altLang="en-US" sz="3600" b="1" dirty="0"/>
              <a:t>표준 및 접근성</a:t>
            </a:r>
            <a:endParaRPr lang="en-US" altLang="ko-KR" sz="3600" b="1" dirty="0"/>
          </a:p>
          <a:p>
            <a:endParaRPr lang="en-US" altLang="ko-KR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400" dirty="0"/>
              <a:t>HTML5 </a:t>
            </a:r>
            <a:r>
              <a:rPr lang="ko-KR" altLang="en-US" sz="2400" dirty="0" err="1"/>
              <a:t>시맨틱</a:t>
            </a:r>
            <a:r>
              <a:rPr lang="ko-KR" altLang="en-US" sz="2400" dirty="0"/>
              <a:t> 태그 사용</a:t>
            </a:r>
            <a:br>
              <a:rPr lang="ko-KR" altLang="en-US" sz="2400" dirty="0"/>
            </a:br>
            <a:r>
              <a:rPr lang="en-US" altLang="ko-KR" sz="2400" dirty="0"/>
              <a:t>(header, nav, main, section, footer)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400" dirty="0"/>
              <a:t>구조와 표현을 분리하여 유지보수성 향상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400" dirty="0"/>
              <a:t>공공 웹사이트 표준 구조</a:t>
            </a:r>
            <a:r>
              <a:rPr lang="en-US" altLang="ko-KR" sz="2400" dirty="0"/>
              <a:t>(KRDS </a:t>
            </a:r>
            <a:r>
              <a:rPr lang="ko-KR" altLang="en-US" sz="2400" dirty="0"/>
              <a:t>패턴</a:t>
            </a:r>
            <a:r>
              <a:rPr lang="en-US" altLang="ko-KR" sz="2400" dirty="0"/>
              <a:t>) </a:t>
            </a:r>
            <a:r>
              <a:rPr lang="ko-KR" altLang="en-US" sz="2400" dirty="0"/>
              <a:t>참고</a:t>
            </a:r>
          </a:p>
          <a:p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121749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1099E8-1F30-4A2A-8CDE-0DBF06E11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Bootstrap </a:t>
            </a:r>
            <a:r>
              <a:rPr lang="ko-KR" altLang="en-US" dirty="0"/>
              <a:t>활용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E39626-392F-4EB0-9F7B-10B69D191C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09020"/>
            <a:ext cx="5836854" cy="318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form-control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등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폼 컴포넌트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 사용하여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입력 요소의 크기와 정렬을 통일 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/>
              <a:t>Bootstrap </a:t>
            </a:r>
            <a:r>
              <a:rPr lang="ko-KR" altLang="en-US" sz="2000" dirty="0"/>
              <a:t>기본 스타일을 활용해</a:t>
            </a:r>
            <a:br>
              <a:rPr lang="ko-KR" altLang="en-US" sz="1200" dirty="0"/>
            </a:br>
            <a:r>
              <a:rPr lang="ko-KR" altLang="en-US" sz="1200" b="1" dirty="0"/>
              <a:t>버튼의 역할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신청 </a:t>
            </a:r>
            <a:r>
              <a:rPr lang="en-US" altLang="ko-KR" sz="1200" b="1" dirty="0"/>
              <a:t>/ </a:t>
            </a:r>
            <a:r>
              <a:rPr lang="ko-KR" altLang="en-US" sz="1200" b="1" dirty="0"/>
              <a:t>취소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>을 시각적으로 명확하게 구분</a:t>
            </a:r>
            <a:endParaRPr lang="en-US" altLang="ko-KR" sz="18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 dirty="0"/>
              <a:t>반응형 레이아웃을 적용하여</a:t>
            </a:r>
            <a:br>
              <a:rPr lang="ko-KR" altLang="en-US" sz="1200" dirty="0"/>
            </a:br>
            <a:r>
              <a:rPr lang="en-US" altLang="ko-KR" sz="1200" b="1" dirty="0"/>
              <a:t>PC, </a:t>
            </a:r>
            <a:r>
              <a:rPr lang="ko-KR" altLang="en-US" sz="1200" b="1" dirty="0"/>
              <a:t>태블릿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모바일 환경에서도 동일한 화면 구성 유지</a:t>
            </a:r>
            <a:endParaRPr lang="ko-KR" alt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400" dirty="0"/>
              <a:t>기본 </a:t>
            </a:r>
            <a:r>
              <a:rPr lang="en-US" altLang="ko-KR" sz="2400" dirty="0"/>
              <a:t>UI </a:t>
            </a:r>
            <a:r>
              <a:rPr lang="ko-KR" altLang="en-US" sz="2400" dirty="0"/>
              <a:t>컴포넌트를 활용해</a:t>
            </a:r>
            <a:br>
              <a:rPr lang="ko-KR" altLang="en-US" sz="1200" dirty="0"/>
            </a:br>
            <a:r>
              <a:rPr lang="ko-KR" altLang="en-US" sz="1200" b="1" dirty="0"/>
              <a:t>빠른 화면 구현 및 유지보수 효율성 향상</a:t>
            </a:r>
            <a:endParaRPr lang="ko-KR" alt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 dirty="0"/>
              <a:t>공공 웹사이트에 적합한</a:t>
            </a:r>
            <a:br>
              <a:rPr lang="ko-KR" altLang="en-US" sz="1200" dirty="0"/>
            </a:br>
            <a:r>
              <a:rPr lang="ko-KR" altLang="en-US" sz="1200" b="1" dirty="0"/>
              <a:t>깔끔하고 안정적인 사용자 인터페이스 구현</a:t>
            </a:r>
            <a:endParaRPr lang="ko-KR" altLang="en-US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782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022CB-F4BC-3605-302F-1643E7514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0D023D-A517-DC56-EF96-47177A3D9C6D}"/>
              </a:ext>
            </a:extLst>
          </p:cNvPr>
          <p:cNvSpPr txBox="1"/>
          <p:nvPr/>
        </p:nvSpPr>
        <p:spPr>
          <a:xfrm>
            <a:off x="592456" y="571500"/>
            <a:ext cx="86563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6. AI </a:t>
            </a:r>
            <a:r>
              <a:rPr lang="ko-KR" altLang="en-US" sz="3600" b="1" dirty="0"/>
              <a:t>활용</a:t>
            </a:r>
            <a:endParaRPr lang="en-US" altLang="ko-KR" sz="3600" dirty="0"/>
          </a:p>
          <a:p>
            <a:endParaRPr lang="en-US" altLang="ko-KR" sz="3600" dirty="0"/>
          </a:p>
          <a:p>
            <a:r>
              <a:rPr lang="ko-KR" altLang="en-US" sz="3600" dirty="0"/>
              <a:t>모르는 코드를 찾아서 물어보면서 이게 </a:t>
            </a:r>
            <a:r>
              <a:rPr lang="ko-KR" altLang="en-US" sz="3600" dirty="0" err="1"/>
              <a:t>이게</a:t>
            </a:r>
            <a:r>
              <a:rPr lang="ko-KR" altLang="en-US" sz="3600" dirty="0"/>
              <a:t> 이렇게 </a:t>
            </a:r>
            <a:r>
              <a:rPr lang="ko-KR" altLang="en-US" sz="3600" dirty="0" err="1"/>
              <a:t>하는것이</a:t>
            </a:r>
            <a:r>
              <a:rPr lang="ko-KR" altLang="en-US" sz="3600" dirty="0"/>
              <a:t> 맞나 물어보면서 이해하면서 만들었다</a:t>
            </a:r>
          </a:p>
        </p:txBody>
      </p:sp>
    </p:spTree>
    <p:extLst>
      <p:ext uri="{BB962C8B-B14F-4D97-AF65-F5344CB8AC3E}">
        <p14:creationId xmlns:p14="http://schemas.microsoft.com/office/powerpoint/2010/main" val="303549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4B76C-D5C3-8E89-F6AF-4B85CC1D8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7BB9A8-C389-B82E-6757-0C1CAD3A672D}"/>
              </a:ext>
            </a:extLst>
          </p:cNvPr>
          <p:cNvSpPr txBox="1"/>
          <p:nvPr/>
        </p:nvSpPr>
        <p:spPr>
          <a:xfrm>
            <a:off x="592456" y="571500"/>
            <a:ext cx="11008994" cy="4208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7. </a:t>
            </a:r>
            <a:r>
              <a:rPr lang="ko-KR" altLang="en-US" sz="3600" b="1" dirty="0"/>
              <a:t>프로젝트 돌아보기 </a:t>
            </a:r>
            <a:endParaRPr lang="en-US" altLang="ko-KR" sz="3600" b="1" dirty="0"/>
          </a:p>
          <a:p>
            <a:endParaRPr lang="en-US" altLang="ko-KR" sz="3600" dirty="0"/>
          </a:p>
          <a:p>
            <a:r>
              <a:rPr lang="en-US" altLang="ko-KR" sz="3600" dirty="0"/>
              <a:t>- </a:t>
            </a:r>
            <a:r>
              <a:rPr lang="ko-KR" altLang="en-US" sz="3600" dirty="0"/>
              <a:t>나의 역할</a:t>
            </a:r>
            <a:r>
              <a:rPr lang="en-US" altLang="ko-KR" sz="3600" dirty="0"/>
              <a:t>, </a:t>
            </a:r>
            <a:r>
              <a:rPr lang="ko-KR" altLang="en-US" sz="3600" dirty="0"/>
              <a:t>팀과의 협업</a:t>
            </a:r>
            <a:r>
              <a:rPr lang="en-US" altLang="ko-KR" sz="3600" dirty="0"/>
              <a:t>, </a:t>
            </a:r>
            <a:r>
              <a:rPr lang="ko-KR" altLang="en-US" sz="3600" dirty="0"/>
              <a:t>배운 점</a:t>
            </a:r>
            <a:r>
              <a:rPr lang="en-US" altLang="ko-KR" sz="3600" dirty="0"/>
              <a:t>, </a:t>
            </a:r>
            <a:r>
              <a:rPr lang="ko-KR" altLang="en-US" sz="3600" dirty="0"/>
              <a:t>향후 개선점</a:t>
            </a:r>
            <a:endParaRPr lang="en-US" altLang="ko-KR" sz="3600" dirty="0"/>
          </a:p>
          <a:p>
            <a:endParaRPr lang="en-US" altLang="ko-KR" sz="3600" dirty="0"/>
          </a:p>
          <a:p>
            <a:pPr>
              <a:lnSpc>
                <a:spcPct val="150000"/>
              </a:lnSpc>
            </a:pPr>
            <a:r>
              <a:rPr lang="ko-KR" altLang="en-US" sz="4400" b="1" dirty="0"/>
              <a:t>“나는 이번 프로젝트에서 </a:t>
            </a:r>
            <a:r>
              <a:rPr lang="ko-KR" altLang="en-US" sz="4400" b="1" u="sng" dirty="0"/>
              <a:t>민원신청 을 </a:t>
            </a:r>
            <a:r>
              <a:rPr lang="ko-KR" altLang="en-US" sz="4400" b="1" dirty="0"/>
              <a:t>담당하여 민원신청을 </a:t>
            </a:r>
            <a:r>
              <a:rPr lang="ko-KR" altLang="en-US" sz="4400" b="1" dirty="0" err="1"/>
              <a:t>하는곳을</a:t>
            </a:r>
            <a:r>
              <a:rPr lang="ko-KR" altLang="en-US" sz="4400" b="1" dirty="0"/>
              <a:t> 만들었다</a:t>
            </a:r>
            <a:r>
              <a:rPr lang="en-US" altLang="ko-KR" sz="4400" b="1" dirty="0"/>
              <a:t>”</a:t>
            </a:r>
            <a:endParaRPr lang="ko-KR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81521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183</Words>
  <Application>Microsoft Office PowerPoint</Application>
  <PresentationFormat>와이드스크린</PresentationFormat>
  <Paragraphs>38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Arial Unicode MS</vt:lpstr>
      <vt:lpstr>맑은 고딕</vt:lpstr>
      <vt:lpstr>함초롬바탕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5. Bootstrap 활용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온다</dc:creator>
  <cp:lastModifiedBy>Administrator</cp:lastModifiedBy>
  <cp:revision>25</cp:revision>
  <dcterms:created xsi:type="dcterms:W3CDTF">2025-05-13T11:44:25Z</dcterms:created>
  <dcterms:modified xsi:type="dcterms:W3CDTF">2025-12-18T08:11:07Z</dcterms:modified>
  <cp:version/>
</cp:coreProperties>
</file>